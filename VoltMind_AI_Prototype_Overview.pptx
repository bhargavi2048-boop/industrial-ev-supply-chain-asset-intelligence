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2321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0B283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33101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EV Supply Chain &amp; Asset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78561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 — Product Walkthrough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6968" y="4389120"/>
            <a:ext cx="2011680" cy="0"/>
          </a:xfrm>
          <a:prstGeom prst="line">
            <a:avLst/>
          </a:prstGeom>
          <a:noFill/>
          <a:ln w="19050">
            <a:solidFill>
              <a:srgbClr val="2B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5" name="Image 0" descr="/home/claude/voltmind_ppt/icons/lis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9147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Positioning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0756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the pitch, and who it's for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9" name="Image 1" descr="/home/claude/voltmind_ppt/icons/sitema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54" y="191475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6916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03720" y="20756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is structured end to end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0156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3" name="Image 2" descr="/home/claude/voltmind_ppt/icons/layers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53324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101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369417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modules, feature by feature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340156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7" name="Image 3" descr="/home/claude/voltmind_ppt/icons/chartLin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154" y="3533242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3101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03720" y="369417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 and component library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1" name="Image 4" descr="/home/claude/voltmind_ppt/icons/cogs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151730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92861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325880" y="531266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prototype is actually built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5020056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5" name="Image 5" descr="/home/claude/voltmind_ppt/icons/route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154" y="5151730"/>
            <a:ext cx="285293" cy="28529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492861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Next Steps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903720" y="531266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mocked, and where this goes next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 is a prototype for a B2B SaaS platform for industrial EV fleet operators — logistics, last-mile delivery, and industrial transport. It unifies fleet health, predictive maintenance, procurement decisions, and raw-material supply chain risk into one AI-assisted workspace.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walks through the full prototype: what's been built, what's genuinely interactive versus illustrative mock content, and where it needs to go next.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155448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1664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35240" y="2176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modules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06640" y="27889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2898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35240" y="3410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vehicles modeled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402336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1330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35240" y="4645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hubs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52578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5367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18.4K 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35240" y="5879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saved YTD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the Pitch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gau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Visibility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of every vehicle, across every hub, in one view.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1" name="Image 1" descr="/home/claude/voltmind_ppt/icons/battery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659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606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battery degradation and maintenance forecasting before failure.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6" name="Image 2" descr="/home/claude/voltmind_ppt/icons/car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292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60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Decision Support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OEM comparison with live ROI modeling.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1" name="Image 3" descr="/home/claude/voltmind_ppt/icons/shield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42921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60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 Monitoring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00800" y="48006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raw-material supplier risk — lithium, cobalt, nickel, LFP cells.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Personas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 are defined at signup. In the current prototype, every account sees the full app — role-based access control is not yet enforced.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30552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7" name="Image 0" descr="/home/claude/voltmind_ppt/icons/usersCo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225344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756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31920" y="207568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access, user &amp; permission management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207568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+ Admin Panel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862072"/>
            <a:ext cx="11109960" cy="841248"/>
          </a:xfrm>
          <a:prstGeom prst="roundRect">
            <a:avLst>
              <a:gd name="adj" fmla="val 13043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026664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3" name="Image 1" descr="/home/claude/voltmind_ppt/icons/tru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314955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931920" y="2971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vehicle status, hub operations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36676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Fleet, Charging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758184"/>
            <a:ext cx="11109960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3922776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9" name="Image 2" descr="/home/claude/voltmind_ppt/icons/wrench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4045671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867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Engineer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931920" y="386791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prediction, service scheduling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66760" y="38679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Health, Maintenance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654296"/>
            <a:ext cx="11109960" cy="841248"/>
          </a:xfrm>
          <a:prstGeom prst="roundRect">
            <a:avLst>
              <a:gd name="adj" fmla="val 13043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4818888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5" name="Image 3" descr="/home/claude/voltmind_ppt/icons/car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4941783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76402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931920" y="476402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comparison, purchasing ROI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366760" y="47640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Intelligence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5550408"/>
            <a:ext cx="11109960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77240" y="5715000"/>
            <a:ext cx="512064" cy="512064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31" name="Image 4" descr="/home/claude/voltmind_ppt/icons/leaf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583789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08760" y="566013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Officer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931920" y="566013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tracking, ESG reporting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366760" y="566013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&amp; Net Zero, Reports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top-level views, toggled client-side — no URL routing or deep-linking.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7" name="Image 0" descr="/home/claude/voltmind_ppt/icons/glob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16164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568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View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63040" y="2304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marketing site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02996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2" name="Image 1" descr="/home/claude/voltmind_ppt/icons/signIn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16164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9568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View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257800" y="2304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 / OTP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82880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202996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7" name="Image 2" descr="/home/claude/voltmind_ppt/icons/gaug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16164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19568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View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052560" y="2304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11-module authenticated shell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— SIDEBAR MODULES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401568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" y="3602736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23" name="Text 18"/>
          <p:cNvSpPr/>
          <p:nvPr/>
        </p:nvSpPr>
        <p:spPr>
          <a:xfrm>
            <a:off x="896112" y="340156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255264" y="3401568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383280" y="3602736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26" name="Text 21"/>
          <p:cNvSpPr/>
          <p:nvPr/>
        </p:nvSpPr>
        <p:spPr>
          <a:xfrm>
            <a:off x="3602736" y="340156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961888" y="3401568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089904" y="3602736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29" name="Text 24"/>
          <p:cNvSpPr/>
          <p:nvPr/>
        </p:nvSpPr>
        <p:spPr>
          <a:xfrm>
            <a:off x="6309360" y="340156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668512" y="3401568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796528" y="3602736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32" name="Text 27"/>
          <p:cNvSpPr/>
          <p:nvPr/>
        </p:nvSpPr>
        <p:spPr>
          <a:xfrm>
            <a:off x="9015984" y="3401568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548640" y="4059936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76656" y="4261104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35" name="Text 30"/>
          <p:cNvSpPr/>
          <p:nvPr/>
        </p:nvSpPr>
        <p:spPr>
          <a:xfrm>
            <a:off x="896112" y="405993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3255264" y="4059936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383280" y="4261104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38" name="Text 33"/>
          <p:cNvSpPr/>
          <p:nvPr/>
        </p:nvSpPr>
        <p:spPr>
          <a:xfrm>
            <a:off x="3602736" y="405993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5961888" y="4059936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089904" y="4261104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41" name="Text 36"/>
          <p:cNvSpPr/>
          <p:nvPr/>
        </p:nvSpPr>
        <p:spPr>
          <a:xfrm>
            <a:off x="6309360" y="405993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668512" y="4059936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796528" y="4261104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44" name="Text 39"/>
          <p:cNvSpPr/>
          <p:nvPr/>
        </p:nvSpPr>
        <p:spPr>
          <a:xfrm>
            <a:off x="9015984" y="405993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&amp; Net Zero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548640" y="4718304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76656" y="4919472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47" name="Text 42"/>
          <p:cNvSpPr/>
          <p:nvPr/>
        </p:nvSpPr>
        <p:spPr>
          <a:xfrm>
            <a:off x="896112" y="4718304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3255264" y="4718304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383280" y="4919472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50" name="Text 45"/>
          <p:cNvSpPr/>
          <p:nvPr/>
        </p:nvSpPr>
        <p:spPr>
          <a:xfrm>
            <a:off x="3602736" y="4718304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5961888" y="4718304"/>
            <a:ext cx="2542032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089904" y="4919472"/>
            <a:ext cx="109728" cy="109728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53" name="Text 48"/>
          <p:cNvSpPr/>
          <p:nvPr/>
        </p:nvSpPr>
        <p:spPr>
          <a:xfrm>
            <a:off x="6309360" y="4718304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54" name="Text 4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&amp; Authentication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glob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702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568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Landing Page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 + hero with live dashboard preview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grid &amp; “how it works” steps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and 3-tier pricing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accordion — expand/collapse works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CTA band and multi-column footer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93852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1" name="Image 1" descr="/home/claude/voltmind_ppt/icons/signIn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20702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568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60604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Signup, Forgot Password, OTP screens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includes a role-selection grid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are UI-only — no credential checks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input successfully enters the app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choice only affects a sidebar label, not access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Command Center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view on entering the app: a single-glance summary of fleet health.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755648" cy="1143000"/>
          </a:xfrm>
          <a:prstGeom prst="roundRect">
            <a:avLst>
              <a:gd name="adj" fmla="val 9600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3852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VEHICLES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 MoM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1448" y="1828800"/>
            <a:ext cx="1755648" cy="1143000"/>
          </a:xfrm>
          <a:prstGeom prst="roundRect">
            <a:avLst>
              <a:gd name="adj" fmla="val 9600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93852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EVS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78608" y="22128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3,142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8608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 of fleet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34256" y="1828800"/>
            <a:ext cx="1755648" cy="1143000"/>
          </a:xfrm>
          <a:prstGeom prst="roundRect">
            <a:avLst>
              <a:gd name="adj" fmla="val 9600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1416" y="193852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BATTERY HEALTH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71416" y="22128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71416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 pts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27064" y="1828800"/>
            <a:ext cx="1755648" cy="1143000"/>
          </a:xfrm>
          <a:prstGeom prst="roundRect">
            <a:avLst>
              <a:gd name="adj" fmla="val 9600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93852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22128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64224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today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19872" y="1828800"/>
            <a:ext cx="1755648" cy="1143000"/>
          </a:xfrm>
          <a:prstGeom prst="roundRect">
            <a:avLst>
              <a:gd name="adj" fmla="val 9600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193852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SAVED YTD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57032" y="22128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18.4K 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57032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+3.4K 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12680" y="1828800"/>
            <a:ext cx="1755648" cy="1143000"/>
          </a:xfrm>
          <a:prstGeom prst="roundRect">
            <a:avLst>
              <a:gd name="adj" fmla="val 9600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193852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ALERTS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49840" y="22128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49840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new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200400"/>
            <a:ext cx="5349240" cy="2788920"/>
          </a:xfrm>
          <a:prstGeom prst="roundRect">
            <a:avLst>
              <a:gd name="adj" fmla="val 393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364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 ● live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374904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vehicles in Chennai show accelerated battery degradation from fast-charge overuse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 per km trending 8% lower after Pune's off-peak charging shift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vehicles predicted to need brake service within 9 days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320040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364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VS. MOCK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0" y="374904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popover, view navigation, all charts render live from mock series via a custom SVG engine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values, AI insight text, and activity feed are fixed content, not date-driven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02–03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&amp; Battery Health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truc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Fleet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957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Vehicle-level operational registry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vehicle ID or hub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hub, and health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↔ map view toggle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pins color-coded by battery health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+ multi-filter logic, map/table toggle, hover tooltips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3" name="Image 1" descr="/home/claude/voltmind_ppt/icons/battery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9787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65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Battery Health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Single-vehicle degradation simulator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278892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sliders: cycles, temp, usage, fast-charge %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shows a computed health score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&amp; risk level readouts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AI recommendation cards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live-recalculate the gauge, RUL, risk &amp; chart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04–05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&amp; Procurement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wrench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957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fault forecasting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upcoming service, critical alerts, uptime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health timeline chart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alerts ranked Critical / High / Medium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alert names a vehicle &amp; predicted window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alerts are fixed mock content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3" name="Image 1" descr="/home/claude/voltmind_ppt/icons/car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9787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65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Intelligence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comparison &amp; ROI modeling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278892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4-OEM comparison: price, range, warranty, delivery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picks: Best Value, Lowest TCO, Highest Efficiency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modal: fleet size + OEM inputs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investment, savings, payback period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runs a real calculation from user inputs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06–07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 &amp; Charging Stations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shield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957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Raw-material &amp; supplier monitoring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heatmap: lithium, nickel, cobalt, LFP cells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prediction chart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table with score &amp; suggested alternative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8 countries across the battery supply chain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supplier scores and risk levels are fixed content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3" name="Image 1" descr="/home/claude/voltmind_ppt/icons/charging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9787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65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infrastructure operations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278892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stations online, vehicles queued, power draw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table: hub, type, queue, live status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charging load chart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hubs, 42 stations modeled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chart use fixed sample stations, not live telemetry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08–09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Carbon &amp; AI Copilot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leaf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&amp; Carbon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957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ESG-oriented reporting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/ Scope 2 emissions with YoY deltas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reduction trajectory chart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“Equivalent trees planted” counter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“Download ESG Report” action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real downloadable file summarizing the metrics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3" name="Image 1" descr="/home/claude/voltmind_ppt/icons/robo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9787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65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 across fleet data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278892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suggested-question chips + free-text input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answers for matched questions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~550ms “thinking” delay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fallback for anything else typed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connected: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hardcoded lookups, not a real language model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10–11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Admin Panel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fileAl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957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export hub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 fleet, battery, ESG, procurement, maintenance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pills for PDF / Excel / CSV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 triggers a real file download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toast on export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“PDF/Excel” labels currently generate plain text/CSV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47088"/>
            <a:ext cx="548640" cy="548640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3" name="Image 1" descr="/home/claude/voltmind_ppt/icons/usersCog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9787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65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permissions &amp; config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278892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table: role, hub, status, last active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“+ Invite User” modal with role &amp; hub selection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invite prepends live to the table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— resets on page refresh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 dynamically updates the visible table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headings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Mono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metrics, vehicle IDs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24028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2128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#0F172A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2807208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00E5A8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779776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 (primary) — #00E5A8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346704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(secondary) — #38BDF8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3941064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9136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— #FBBF24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4507992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FB718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4480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— #FB7185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50749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50474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high — #F1F5F9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55280" y="164592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&amp; 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22402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glassmorphic panels with blur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Pill-shaped status badges (4 variants)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Icon-in-circle motif, used app-wide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16px panels, 10px buttons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Mono-formatted numeric table columns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fields with live inline labels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2516"/>
            <a:ext cx="475488" cy="47548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cog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956633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build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34840" y="1764792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HTML file — inline CSS design tokens, inline JS, no build step or framework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23744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674620"/>
            <a:ext cx="475488" cy="47548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1" name="Image 1" descr="/home/claude/voltmind_ppt/icons/sitema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57" y="278873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596896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view routing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34840" y="2596896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toggled via CSS display — no URL routing, no deep-linking, refresh returns to landing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55848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506724"/>
            <a:ext cx="475488" cy="47548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16" name="Image 2" descr="/home/claude/voltmind_ppt/icons/chartLin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7" y="3620841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29000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SVG chart engine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34840" y="3429000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line / bar / gauge rendering — no Chart.js, D3, or other charting library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87952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338828"/>
            <a:ext cx="475488" cy="47548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1" name="Image 3" descr="/home/claude/voltmind_ppt/icons/layers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452945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61104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state only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434840" y="4261104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filters, simulator, ROI calc, chat, invites all live in local JS variables — nothing persists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20056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170932"/>
            <a:ext cx="475488" cy="47548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26" name="Image 4" descr="/home/claude/voltmind_ppt/icons/fileAlt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357" y="5285049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093208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data layer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34840" y="5093208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fleetData, riskItems, and copilotAnswers are fixed JS arrays/objects — no API calls exist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585216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77240" y="6003036"/>
            <a:ext cx="475488" cy="475488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31" name="Image 5" descr="/home/claude/voltmind_ppt/icons/check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57" y="6117153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63040" y="5925312"/>
            <a:ext cx="2834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exports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434840" y="5925312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+ URL.createObjectURL genuinely generate downloadable files client-side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&amp; Known Gaps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6" name="Image 0" descr="/home/claude/voltmind_ppt/icons/warn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207056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or persistence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3288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“Saved” actions only update the DOM in-memory — a refresh reverts everything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2512" y="1947672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1" name="Image 1" descr="/home/claude/voltmind_ppt/icons/warning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07" y="207056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9280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authentication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53288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 / OTP accept any input; no credential checking or sessions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657600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6" name="Image 2" descr="/home/claude/voltmind_ppt/icons/warning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378049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6027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control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2428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are defined, but every account sees the entire application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401568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82512" y="3657600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3" descr="/home/claude/voltmind_ppt/icons/warning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407" y="378049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6027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isn't a real model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00800" y="42428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exact-match dictionary lookups, not generated responses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11496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5367528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6" name="Image 4" descr="/home/claude/voltmind_ppt/icons/warning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67" y="5490423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3126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aren't true PDF/Excel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22960" y="595274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“PDF” and “Excel” buttons currently output plain text or CSV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26480" y="5111496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82512" y="5367528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31" name="Image 5" descr="/home/claude/voltmind_ppt/icons/warning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407" y="5490423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53126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mock fleet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400800" y="595274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reference 4,208 vehicles, but only 10 individual records exist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30352" cy="530352"/>
          </a:xfrm>
          <a:prstGeom prst="ellipse">
            <a:avLst/>
          </a:prstGeom>
          <a:solidFill>
            <a:srgbClr val="00E5A8"/>
          </a:solidFill>
          <a:ln/>
        </p:spPr>
      </p:sp>
      <p:pic>
        <p:nvPicPr>
          <p:cNvPr id="6" name="Image 0" descr="/home/claude/voltmind_ppt/icons/arrowRigh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956" y="2074956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Demos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309981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is sufficient as-is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polish only where a demo audience will click export buttons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47672"/>
            <a:ext cx="530352" cy="53035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1" name="Image 1" descr="/home/claude/voltmind_ppt/icons/rout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96" y="2074956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0604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53712" y="3108960"/>
            <a:ext cx="309981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fleet dataset beyond 10 vehicles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basic input validation to forms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lightweight session persistence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611880" cy="4434840"/>
          </a:xfrm>
          <a:prstGeom prst="roundRect">
            <a:avLst>
              <a:gd name="adj" fmla="val 3038"/>
            </a:avLst>
          </a:prstGeom>
          <a:solidFill>
            <a:srgbClr val="17223A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947672"/>
            <a:ext cx="530352" cy="53035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6" name="Image 2" descr="/home/claude/voltmind_ppt/icons/cogs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36" y="2074956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0604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Build-Out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02752" y="3108960"/>
            <a:ext cx="309981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real frontend framework (React/Vue)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backend with auth + enforced RBAC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 telematics/IoT &amp; supplier data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Copilot to a real LLM via API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PDF/XLSX export, responsive + a11y pass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VOLTMIND AI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2321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0B283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" y="3977640"/>
            <a:ext cx="2011680" cy="0"/>
          </a:xfrm>
          <a:prstGeom prst="line">
            <a:avLst/>
          </a:prstGeom>
          <a:noFill/>
          <a:ln w="19050">
            <a:solidFill>
              <a:srgbClr val="2B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Bhargavi 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2026-07-21T00:52:20Z</dcterms:created>
  <dcterms:modified xsi:type="dcterms:W3CDTF">2026-07-21T00:52:20Z</dcterms:modified>
</cp:coreProperties>
</file>